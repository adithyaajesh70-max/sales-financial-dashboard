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D9280-0B13-42AE-BCBA-9D882F01698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BB07-F89D-450C-B35B-E163C857F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19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CBB07-F89D-450C-B35B-E163C857F23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6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Olist Customer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Interactive dashboard project — Power BI / Tableau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Dataset: Olist customer dataset</a:t>
            </a:r>
          </a:p>
          <a:p>
            <a:pPr>
              <a:spcAft>
                <a:spcPts val="1400"/>
              </a:spcAft>
              <a:defRPr sz="1800"/>
            </a:pPr>
            <a:r>
              <a:t>Objective: understand customer coverage and geographic concentration</a:t>
            </a:r>
          </a:p>
          <a:p>
            <a:pPr>
              <a:spcAft>
                <a:spcPts val="1400"/>
              </a:spcAft>
              <a:defRPr sz="1800"/>
            </a:pPr>
            <a:r>
              <a:t>Prepared for business stakeholder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Customer KPIs and geographic distribution</a:t>
            </a:r>
          </a:p>
        </p:txBody>
      </p:sp>
      <p:pic>
        <p:nvPicPr>
          <p:cNvPr id="4" name="Picture 3" descr="olist_custom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46" y="1248696"/>
            <a:ext cx="8534202" cy="49947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The dataset contains 99,441 customer records representing 96,096 unique customers.</a:t>
            </a:r>
          </a:p>
          <a:p>
            <a:pPr>
              <a:spcAft>
                <a:spcPts val="1400"/>
              </a:spcAft>
              <a:defRPr sz="1800"/>
            </a:pPr>
            <a:r>
              <a:t>Customers are distributed across 27 Brazilian states and 4,119 cities.</a:t>
            </a:r>
          </a:p>
          <a:p>
            <a:pPr>
              <a:spcAft>
                <a:spcPts val="1400"/>
              </a:spcAft>
              <a:defRPr sz="1800"/>
            </a:pPr>
            <a:r>
              <a:t>SP is the largest customer state in the uploaded dataset with 41,746 records.</a:t>
            </a:r>
          </a:p>
          <a:p>
            <a:pPr>
              <a:spcAft>
                <a:spcPts val="1400"/>
              </a:spcAft>
              <a:defRPr sz="1800"/>
            </a:pPr>
            <a:r>
              <a:t>Sao Paulo is the largest customer city with 15,540 records.</a:t>
            </a:r>
          </a:p>
          <a:p>
            <a:pPr>
              <a:spcAft>
                <a:spcPts val="1400"/>
              </a:spcAft>
              <a:defRPr sz="1800"/>
            </a:pPr>
            <a:r>
              <a:t>Geographic concentration can help prioritize regional marketing, logistics capacity, and customer-service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Prioritize high-customer-volume states and cities for targeted campaigns.</a:t>
            </a:r>
          </a:p>
          <a:p>
            <a:pPr>
              <a:spcAft>
                <a:spcPts val="1400"/>
              </a:spcAft>
              <a:defRPr sz="1800"/>
            </a:pPr>
            <a:r>
              <a:t>Use geographic segmentation to compare customer acquisition and retention once order/financial data is joined.</a:t>
            </a:r>
          </a:p>
          <a:p>
            <a:pPr>
              <a:spcAft>
                <a:spcPts val="1400"/>
              </a:spcAft>
              <a:defRPr sz="1800"/>
            </a:pPr>
            <a:r>
              <a:t>Add order, payment, product and review datasets to enable Sales, Profit, Growth and Customer Lifetime Value KPIs.</a:t>
            </a:r>
          </a:p>
          <a:p>
            <a:pPr>
              <a:spcAft>
                <a:spcPts val="1400"/>
              </a:spcAft>
              <a:defRPr sz="1800"/>
            </a:pPr>
            <a:r>
              <a:t>In Power BI, add State and City slicers and drill-through pages for regional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Office PowerPoint</Application>
  <PresentationFormat>Widescreen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Adithya Ajesh</dc:creator>
  <cp:keywords/>
  <dc:description>generated using python-pptx</dc:description>
  <cp:lastModifiedBy>Adithya Ajesh</cp:lastModifiedBy>
  <cp:revision>2</cp:revision>
  <dcterms:created xsi:type="dcterms:W3CDTF">2013-01-27T09:14:16Z</dcterms:created>
  <dcterms:modified xsi:type="dcterms:W3CDTF">2026-09-03T06:36:53Z</dcterms:modified>
  <cp:category/>
</cp:coreProperties>
</file>